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B59D-E7DA-4B57-BFAC-067BBE37D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9263D-CF3F-4BBF-8725-4DDFF987C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256EE-ADB6-48D2-B2BA-59319EB9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F82E-46C0-4791-B94F-8AAFDA46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3F28C-0C29-45F9-B5A6-61E18650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4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769D-BFDD-4F18-B71E-5B2991F1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1FCC-F6BB-46E1-B0C8-16FE08B6C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CFABD-47C7-404F-9FEA-B149CACF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8F9A5-87FD-4115-A01C-B9665740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C801E-2D39-4A77-8C1E-EAECECEB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2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DC88-AB71-4F21-81DF-5F87D7D7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13F50-E715-42BF-84A6-E75758AB4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B8B33-E08C-4CA0-9CC3-806F113B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2A163-F793-4223-BB34-95E1158A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28612-989E-4103-8C0A-AE854535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90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6E7C-81BD-41C5-A452-6EAE546BE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A3E81-14F8-423D-89EE-2F45CDA78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42597-3B5D-4601-A6D6-EBC51E025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93759-B0B1-420D-802F-2A00B6E7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0346A-06DC-4552-B787-4C8B08AB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F1500-8649-42D5-9FDA-C1D17C4D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39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F412-893B-4BAD-9222-2B1499D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A0AF1-2C0F-4F48-95A7-587ADBDD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275F0-B4A2-4CC0-8567-B5C1F6B1C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64487-5112-4E99-97F5-E6FB03C99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1B33D-9DA7-4A41-9D7E-55B54A350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59A3A-2B9F-44EF-8BEB-A56BB5ED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381BD-6C74-4F7F-A9BE-9676A130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E0753-A0F0-4FB0-B4C8-1CE1FB32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5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6D91-5FCC-4172-82EC-B8B46E21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A1DF3-2E3D-456D-948C-D24614EC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6B5A1-AAE5-4FB6-8D27-7FA65D4F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5F4B5-2898-429F-A970-BD324CCD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21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D9A7A-58E5-458E-B4CB-AAD67A5E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573B6-26EF-4C85-9BFA-8E2C4757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196F7-8B52-4A6B-88CC-0016D2E9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7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3CEF-4060-42D5-9F68-DE162E39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DD1A7-6A23-4F5F-BA62-68195DB5A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F8DE1-12BC-40D5-B4EC-82693692D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A25DB-4F54-4E03-B958-776A1ED5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EE867-6B1D-4AB1-823C-4C55C055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D8D8-5BAA-4C89-86FF-156DE9FF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17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4267-CB7C-486F-B7E5-A67402E5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C613C-82B2-4DA7-8479-FE33C936F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1EB17-1800-4819-9A81-43527BD60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6F945-E87E-4530-826D-37E9CD42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5A578-E4DC-4ADA-A3C8-CC1F75DC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5C3EA-F3A9-43A4-B771-E7310A6C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36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649-0B86-4932-A3F3-2FE55007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D4290-2212-455F-8CFA-5A5F8721C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A63E5-67C8-4D42-9B0C-B6DC9835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1DB8-AB24-4B9A-987D-B58E0B26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6F6B7-C0C5-4DA4-85BD-BA138E17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32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3A7B-802E-420A-9054-9999508BF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4851-8002-4904-9716-F86E789C9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4EF9-F89F-4495-AF22-E6571AAC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9A7B-9DBF-4061-A285-6A47367E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5262-DBEE-43EC-817A-584E0D57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21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AC875-E80F-4309-96CB-689383C5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43B97-0C9D-4EDE-8B0A-9A8B5E148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391E8-6A8E-49B6-83EA-13F47E755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6D8C6-D499-4CD7-9080-1E49221F37AC}" type="datetimeFigureOut">
              <a:rPr lang="en-IN" smtClean="0"/>
              <a:t>11-09-2021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3029-60F6-4D33-B1B3-66F771FB3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D5A56-975D-4176-A871-66C018D2F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5B19-1A90-476D-85DA-9750C8D70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6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2439"/>
          </a:xfrm>
        </p:spPr>
        <p:txBody>
          <a:bodyPr>
            <a:normAutofit fontScale="90000"/>
          </a:bodyPr>
          <a:lstStyle/>
          <a:p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i="0" dirty="0">
                <a:solidFill>
                  <a:srgbClr val="273239"/>
                </a:solidFill>
                <a:effectLst/>
                <a:latin typeface="sofia-pro"/>
              </a:rPr>
              <a:t>Hibernate One to One Mapping</a:t>
            </a:r>
            <a:br>
              <a:rPr lang="en-IN" b="1" i="0" dirty="0">
                <a:solidFill>
                  <a:srgbClr val="273239"/>
                </a:solidFill>
                <a:effectLst/>
                <a:latin typeface="sofia-pro"/>
              </a:rPr>
            </a:b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564"/>
            <a:ext cx="10515600" cy="5810435"/>
          </a:xfrm>
        </p:spPr>
        <p:txBody>
          <a:bodyPr>
            <a:normAutofit/>
          </a:bodyPr>
          <a:lstStyle/>
          <a:p>
            <a:r>
              <a:rPr lang="en-US" sz="1600" dirty="0"/>
              <a:t>Various supported techniques for one to one mapping</a:t>
            </a:r>
          </a:p>
          <a:p>
            <a:pPr marL="0" indent="0">
              <a:buNone/>
            </a:pPr>
            <a:r>
              <a:rPr lang="en-US" sz="1600" dirty="0"/>
              <a:t>1. Using foreign key association</a:t>
            </a:r>
          </a:p>
          <a:p>
            <a:pPr marL="0" indent="0">
              <a:buNone/>
            </a:pPr>
            <a:r>
              <a:rPr lang="en-US" sz="1600" dirty="0"/>
              <a:t>2. Using join table</a:t>
            </a:r>
          </a:p>
          <a:p>
            <a:pPr marL="0" indent="0">
              <a:buNone/>
            </a:pPr>
            <a:r>
              <a:rPr lang="en-US" sz="1600" dirty="0"/>
              <a:t>3. @MapsId</a:t>
            </a:r>
          </a:p>
          <a:p>
            <a:pPr marL="0" indent="0">
              <a:buNone/>
            </a:pPr>
            <a:r>
              <a:rPr lang="en-US" sz="1600" dirty="0"/>
              <a:t>One Employee can have only one Account. Similarly, an account will be associated with one employee only. It’s one to one relationship for this example.</a:t>
            </a:r>
          </a:p>
          <a:p>
            <a:pPr marL="0" indent="0">
              <a:buNone/>
            </a:pPr>
            <a:r>
              <a:rPr lang="en-US" sz="1600" dirty="0"/>
              <a:t>Various supported techniques</a:t>
            </a:r>
          </a:p>
          <a:p>
            <a:pPr marL="0" indent="0">
              <a:buNone/>
            </a:pPr>
            <a:r>
              <a:rPr lang="en-US" sz="1600" dirty="0"/>
              <a:t>In hibernate there are 3 ways to create one-to-one relationships between two entities. Either way we have to use @OneToOne annotation.</a:t>
            </a:r>
          </a:p>
          <a:p>
            <a:pPr marL="0" indent="0">
              <a:buNone/>
            </a:pPr>
            <a:r>
              <a:rPr lang="en-US" sz="1600" dirty="0"/>
              <a:t>1) First technique is most widely used and uses a foreign key column in one of the tables.</a:t>
            </a:r>
          </a:p>
          <a:p>
            <a:pPr marL="0" indent="0">
              <a:buNone/>
            </a:pPr>
            <a:r>
              <a:rPr lang="en-US" sz="1600" dirty="0"/>
              <a:t>2) Second technique uses a rather known solution of having a third table to store mapping between first two tables.</a:t>
            </a:r>
          </a:p>
          <a:p>
            <a:pPr marL="0" indent="0">
              <a:buNone/>
            </a:pPr>
            <a:r>
              <a:rPr lang="en-US" sz="1600" dirty="0"/>
              <a:t>3) Third technique is something new which uses a common primary key value in both the tables.</a:t>
            </a:r>
          </a:p>
        </p:txBody>
      </p:sp>
    </p:spTree>
    <p:extLst>
      <p:ext uri="{BB962C8B-B14F-4D97-AF65-F5344CB8AC3E}">
        <p14:creationId xmlns:p14="http://schemas.microsoft.com/office/powerpoint/2010/main" val="306257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748"/>
          </a:xfrm>
        </p:spPr>
        <p:txBody>
          <a:bodyPr>
            <a:normAutofit fontScale="90000"/>
          </a:bodyPr>
          <a:lstStyle/>
          <a:p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Hibernate one to one mapping with foreign key association</a:t>
            </a: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5428694"/>
          </a:xfrm>
        </p:spPr>
        <p:txBody>
          <a:bodyPr>
            <a:normAutofit/>
          </a:bodyPr>
          <a:lstStyle/>
          <a:p>
            <a:r>
              <a:rPr lang="en-US" sz="1600" dirty="0"/>
              <a:t>In this kind of association, a foreign key column is created in owner entity. For example, if we make </a:t>
            </a:r>
            <a:r>
              <a:rPr lang="en-US" sz="1600" dirty="0" err="1"/>
              <a:t>EmployeeEntity</a:t>
            </a:r>
            <a:r>
              <a:rPr lang="en-US" sz="1600" dirty="0"/>
              <a:t> owner, then a extra column "ACCOUNT_ID" will be created in Employee table. This column will store the foreign key for Account table.</a:t>
            </a:r>
          </a:p>
          <a:p>
            <a:r>
              <a:rPr lang="en-US" sz="1600" dirty="0"/>
              <a:t>Table structure will be like this: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FF1F9-6B41-488B-99F5-0ECD9C347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62" y="2833410"/>
            <a:ext cx="5838825" cy="2505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31A652-9125-409C-81CB-65E2AE720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862" y="2985810"/>
            <a:ext cx="58388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4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748"/>
          </a:xfrm>
        </p:spPr>
        <p:txBody>
          <a:bodyPr>
            <a:normAutofit fontScale="90000"/>
          </a:bodyPr>
          <a:lstStyle/>
          <a:p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Hibernate one to one mapping with foreign key association</a:t>
            </a: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5428694"/>
          </a:xfrm>
        </p:spPr>
        <p:txBody>
          <a:bodyPr>
            <a:normAutofit/>
          </a:bodyPr>
          <a:lstStyle/>
          <a:p>
            <a:r>
              <a:rPr lang="en-US" sz="1600" dirty="0"/>
              <a:t>In this kind of association, a foreign key column is created in owner entity. For example, if we make </a:t>
            </a:r>
            <a:r>
              <a:rPr lang="en-US" sz="1600" dirty="0" err="1"/>
              <a:t>EmployeeEntity</a:t>
            </a:r>
            <a:r>
              <a:rPr lang="en-US" sz="1600" dirty="0"/>
              <a:t> owner, then a extra column "ACCOUNT_ID" will be created in Employee table. This column will store the foreign key for Account table.</a:t>
            </a:r>
          </a:p>
          <a:p>
            <a:r>
              <a:rPr lang="en-US" sz="1600" dirty="0"/>
              <a:t>Table structure will be like this: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FF1F9-6B41-488B-99F5-0ECD9C347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62" y="2833410"/>
            <a:ext cx="5838825" cy="2505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31A652-9125-409C-81CB-65E2AE720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862" y="2985810"/>
            <a:ext cx="58388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1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748"/>
          </a:xfrm>
        </p:spPr>
        <p:txBody>
          <a:bodyPr>
            <a:normAutofit fontScale="90000"/>
          </a:bodyPr>
          <a:lstStyle/>
          <a:p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Hibernate one to one mapping with foreign key association</a:t>
            </a: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5428694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To make such association, refer the Account entity in </a:t>
            </a:r>
            <a:r>
              <a:rPr lang="en-US" sz="1600" dirty="0" err="1"/>
              <a:t>EmployeeEntity</a:t>
            </a:r>
            <a:r>
              <a:rPr lang="en-US" sz="1600" dirty="0"/>
              <a:t> class as follow:</a:t>
            </a:r>
          </a:p>
          <a:p>
            <a:r>
              <a:rPr lang="en-US" sz="1600" dirty="0"/>
              <a:t>EmployeeEntity.java</a:t>
            </a:r>
          </a:p>
          <a:p>
            <a:pPr marL="0" indent="0">
              <a:buNone/>
            </a:pPr>
            <a:r>
              <a:rPr lang="en-US" sz="1600" dirty="0"/>
              <a:t>	@OneToOne</a:t>
            </a:r>
          </a:p>
          <a:p>
            <a:pPr marL="0" indent="0">
              <a:buNone/>
            </a:pPr>
            <a:r>
              <a:rPr lang="en-US" sz="1600" dirty="0"/>
              <a:t>	@JoinColumn(name="ACCOUNT_ID")</a:t>
            </a:r>
          </a:p>
          <a:p>
            <a:pPr marL="0" indent="0">
              <a:buNone/>
            </a:pPr>
            <a:r>
              <a:rPr lang="en-US" sz="1600" dirty="0"/>
              <a:t>	private </a:t>
            </a:r>
            <a:r>
              <a:rPr lang="en-US" sz="1600" dirty="0" err="1"/>
              <a:t>AccountEntity</a:t>
            </a:r>
            <a:r>
              <a:rPr lang="en-US" sz="1600" dirty="0"/>
              <a:t> account;</a:t>
            </a:r>
          </a:p>
          <a:p>
            <a:r>
              <a:rPr lang="en-US" sz="1600" dirty="0"/>
              <a:t>The join column is declared with the @JoinColumn annotation which looks like the @Column annotation. It has one more parameters named </a:t>
            </a:r>
            <a:r>
              <a:rPr lang="en-US" sz="1600" dirty="0" err="1"/>
              <a:t>referencedColumnName</a:t>
            </a:r>
            <a:r>
              <a:rPr lang="en-US" sz="1600" dirty="0"/>
              <a:t>. This parameter declares the column in the targeted entity that will be used to the join.</a:t>
            </a:r>
          </a:p>
          <a:p>
            <a:r>
              <a:rPr lang="en-US" sz="1600" dirty="0"/>
              <a:t>If no @JoinColumn is declared on the owner side, the defaults apply. A join column(s) will be created in the owner table and its name will be the concatenation of the name of the relationship in the owner side, _ (underscore), and the name of the primary key column(s) in the owned side.</a:t>
            </a:r>
          </a:p>
          <a:p>
            <a:r>
              <a:rPr lang="en-US" sz="1600" dirty="0"/>
              <a:t>In a bidirectional relationship, one of the sides (and only one) has to be the owner. The owner is responsible for the association column(s) update. To declare a side as not responsible for the relationship, the attribute </a:t>
            </a:r>
            <a:r>
              <a:rPr lang="en-US" sz="1600" dirty="0" err="1"/>
              <a:t>mappedBy</a:t>
            </a:r>
            <a:r>
              <a:rPr lang="en-US" sz="1600" dirty="0"/>
              <a:t> is used. ‘</a:t>
            </a:r>
            <a:r>
              <a:rPr lang="en-US" sz="1600" dirty="0" err="1"/>
              <a:t>mappedBy</a:t>
            </a:r>
            <a:r>
              <a:rPr lang="en-US" sz="1600" dirty="0"/>
              <a:t>’ refers to the property name of the association on the owner side.</a:t>
            </a:r>
          </a:p>
          <a:p>
            <a:r>
              <a:rPr lang="en-US" sz="1600" dirty="0"/>
              <a:t>AccountEntity.java</a:t>
            </a:r>
          </a:p>
          <a:p>
            <a:pPr marL="0" indent="0">
              <a:buNone/>
            </a:pPr>
            <a:r>
              <a:rPr lang="en-US" sz="1600" dirty="0"/>
              <a:t>	@OneToOne(mappedBy="account")</a:t>
            </a:r>
          </a:p>
          <a:p>
            <a:pPr marL="0" indent="0">
              <a:buNone/>
            </a:pPr>
            <a:r>
              <a:rPr lang="en-US" sz="1600" dirty="0"/>
              <a:t>	private </a:t>
            </a:r>
            <a:r>
              <a:rPr lang="en-US" sz="1600" dirty="0" err="1"/>
              <a:t>EmployeeEntity</a:t>
            </a:r>
            <a:r>
              <a:rPr lang="en-US" sz="1600" dirty="0"/>
              <a:t> employee;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Above "</a:t>
            </a:r>
            <a:r>
              <a:rPr lang="en-US" sz="1600" dirty="0" err="1"/>
              <a:t>mappedBy</a:t>
            </a:r>
            <a:r>
              <a:rPr lang="en-US" sz="1600" dirty="0"/>
              <a:t>” attribute declares that it is dependent on owner entity for mapping.</a:t>
            </a:r>
          </a:p>
        </p:txBody>
      </p:sp>
    </p:spTree>
    <p:extLst>
      <p:ext uri="{BB962C8B-B14F-4D97-AF65-F5344CB8AC3E}">
        <p14:creationId xmlns:p14="http://schemas.microsoft.com/office/powerpoint/2010/main" val="266946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73889"/>
          </a:xfrm>
        </p:spPr>
        <p:txBody>
          <a:bodyPr>
            <a:normAutofit fontScale="90000"/>
          </a:bodyPr>
          <a:lstStyle/>
          <a:p>
            <a:pPr algn="l"/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Hibernate one to one mapping with </a:t>
            </a:r>
            <a: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join table</a:t>
            </a:r>
            <a:b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3B3B3B"/>
                </a:solidFill>
                <a:effectLst/>
                <a:latin typeface="-apple-system"/>
              </a:rPr>
              <a:t>This approach is not new to all of us. Let us start with targeted DB structure in this technique.</a:t>
            </a:r>
            <a:br>
              <a:rPr lang="en-US" sz="1400" b="0" i="0" dirty="0">
                <a:solidFill>
                  <a:srgbClr val="3B3B3B"/>
                </a:solidFill>
                <a:effectLst/>
                <a:latin typeface="-apple-system"/>
              </a:rPr>
            </a:br>
            <a:br>
              <a:rPr lang="en-US" sz="1400" dirty="0"/>
            </a:br>
            <a:b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D9131F-9DF2-400A-A820-1FB813722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219" y="2778712"/>
            <a:ext cx="8370306" cy="2424296"/>
          </a:xfrm>
        </p:spPr>
      </p:pic>
    </p:spTree>
    <p:extLst>
      <p:ext uri="{BB962C8B-B14F-4D97-AF65-F5344CB8AC3E}">
        <p14:creationId xmlns:p14="http://schemas.microsoft.com/office/powerpoint/2010/main" val="314693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748"/>
          </a:xfrm>
        </p:spPr>
        <p:txBody>
          <a:bodyPr>
            <a:normAutofit fontScale="90000"/>
          </a:bodyPr>
          <a:lstStyle/>
          <a:p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Hibernate one to one mapping with </a:t>
            </a:r>
            <a: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join table</a:t>
            </a: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5428694"/>
          </a:xfrm>
        </p:spPr>
        <p:txBody>
          <a:bodyPr>
            <a:normAutofit/>
          </a:bodyPr>
          <a:lstStyle/>
          <a:p>
            <a:r>
              <a:rPr lang="en-US" sz="1600" dirty="0"/>
              <a:t>In this technique, main annotation to be used is @JoinTable. This annotation is used to define the new table name (mandatory) and foreign keys from both of the tables. Lets see how it is used:</a:t>
            </a:r>
          </a:p>
          <a:p>
            <a:r>
              <a:rPr lang="en-US" sz="1600" dirty="0"/>
              <a:t>EmployeeEntity.java</a:t>
            </a:r>
          </a:p>
          <a:p>
            <a:pPr marL="0" indent="0">
              <a:buNone/>
            </a:pPr>
            <a:r>
              <a:rPr lang="en-US" sz="1600" dirty="0"/>
              <a:t>	@OneToOne(cascade = </a:t>
            </a:r>
            <a:r>
              <a:rPr lang="en-US" sz="1600" dirty="0" err="1"/>
              <a:t>CascadeType.ALL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	@JoinTable(name="EMPLOYEE_ACCCOUNT", </a:t>
            </a:r>
            <a:r>
              <a:rPr lang="en-US" sz="1600" dirty="0" err="1"/>
              <a:t>joinColumns</a:t>
            </a:r>
            <a:r>
              <a:rPr lang="en-US" sz="1600" dirty="0"/>
              <a:t> = @JoinColumn(name="EMPLOYEE_ID"),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inverseJoinColumns</a:t>
            </a:r>
            <a:r>
              <a:rPr lang="en-US" sz="1600" dirty="0"/>
              <a:t> = @JoinColumn(name="ACCOUNT_ID"))</a:t>
            </a:r>
          </a:p>
          <a:p>
            <a:pPr marL="0" indent="0">
              <a:buNone/>
            </a:pPr>
            <a:r>
              <a:rPr lang="en-US" sz="1600" dirty="0"/>
              <a:t>	private </a:t>
            </a:r>
            <a:r>
              <a:rPr lang="en-US" sz="1600" dirty="0" err="1"/>
              <a:t>AccountEntity</a:t>
            </a:r>
            <a:r>
              <a:rPr lang="en-US" sz="1600" dirty="0"/>
              <a:t> account;</a:t>
            </a:r>
          </a:p>
          <a:p>
            <a:r>
              <a:rPr lang="en-US" sz="1600" dirty="0"/>
              <a:t>@JoinTable annotation is used in </a:t>
            </a:r>
            <a:r>
              <a:rPr lang="en-US" sz="1600" dirty="0" err="1"/>
              <a:t>EmployeeEntity</a:t>
            </a:r>
            <a:r>
              <a:rPr lang="en-US" sz="1600" dirty="0"/>
              <a:t> class. It declares that a new table EMPLOYEE_ACCOUNT will be created with two columns EMPLOYEE_ID (primary key of EMPLOYEE table) and ACCOUNT_ID (primary key of ACCOUNT table).</a:t>
            </a:r>
          </a:p>
        </p:txBody>
      </p:sp>
    </p:spTree>
    <p:extLst>
      <p:ext uri="{BB962C8B-B14F-4D97-AF65-F5344CB8AC3E}">
        <p14:creationId xmlns:p14="http://schemas.microsoft.com/office/powerpoint/2010/main" val="599279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5E26-A669-419F-9BF7-0ED888F2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748"/>
          </a:xfrm>
        </p:spPr>
        <p:txBody>
          <a:bodyPr>
            <a:normAutofit fontScale="90000"/>
          </a:bodyPr>
          <a:lstStyle/>
          <a:p>
            <a:b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Hibernate one to one mapping with @MapsId</a:t>
            </a:r>
            <a:br>
              <a:rPr lang="en-IN" b="0" i="0" u="none" strike="noStrike" dirty="0">
                <a:solidFill>
                  <a:srgbClr val="000000"/>
                </a:solidFill>
                <a:effectLst/>
                <a:latin typeface="Titillium Web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4CBF-1994-4BCB-B42D-99E05EB4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5428694"/>
          </a:xfrm>
        </p:spPr>
        <p:txBody>
          <a:bodyPr>
            <a:normAutofit/>
          </a:bodyPr>
          <a:lstStyle/>
          <a:p>
            <a:r>
              <a:rPr lang="en-US" sz="1600" dirty="0"/>
              <a:t>In this technique, hibernate assumes both the source and target share the same primary key values.</a:t>
            </a:r>
          </a:p>
          <a:p>
            <a:r>
              <a:rPr lang="en-US" sz="1600" dirty="0"/>
              <a:t>In this approach, @MapsId is the main annotation to be used. Let see how to use it.</a:t>
            </a:r>
          </a:p>
          <a:p>
            <a:pPr marL="0" indent="0">
              <a:buNone/>
            </a:pPr>
            <a:r>
              <a:rPr lang="en-US" sz="1600" dirty="0"/>
              <a:t>	EmployeeEntity.java</a:t>
            </a:r>
          </a:p>
          <a:p>
            <a:pPr marL="0" indent="0">
              <a:buNone/>
            </a:pPr>
            <a:r>
              <a:rPr lang="en-US" sz="1600" dirty="0"/>
              <a:t>	@Id</a:t>
            </a:r>
          </a:p>
          <a:p>
            <a:pPr marL="0" indent="0">
              <a:buNone/>
            </a:pPr>
            <a:r>
              <a:rPr lang="en-US" sz="1600" dirty="0"/>
              <a:t>	private Integer </a:t>
            </a:r>
            <a:r>
              <a:rPr lang="en-US" sz="1600" dirty="0" err="1"/>
              <a:t>employeeId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	@OneToOne</a:t>
            </a:r>
          </a:p>
          <a:p>
            <a:pPr marL="0" indent="0">
              <a:buNone/>
            </a:pPr>
            <a:r>
              <a:rPr lang="en-US" sz="1600" dirty="0"/>
              <a:t>	@MapsId</a:t>
            </a:r>
          </a:p>
          <a:p>
            <a:pPr marL="0" indent="0">
              <a:buNone/>
            </a:pPr>
            <a:r>
              <a:rPr lang="en-US" sz="1600" dirty="0"/>
              <a:t>	private </a:t>
            </a:r>
            <a:r>
              <a:rPr lang="en-US" sz="1600" dirty="0" err="1"/>
              <a:t>AccountEntity</a:t>
            </a:r>
            <a:r>
              <a:rPr lang="en-US" sz="1600" dirty="0"/>
              <a:t> account;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In </a:t>
            </a:r>
            <a:r>
              <a:rPr lang="en-US" sz="1600" dirty="0" err="1"/>
              <a:t>AccountEntity</a:t>
            </a:r>
            <a:r>
              <a:rPr lang="en-US" sz="1600" dirty="0"/>
              <a:t> side, it will remain dependent on the owner entity for the mapping.</a:t>
            </a:r>
          </a:p>
          <a:p>
            <a:pPr marL="0" indent="0">
              <a:buNone/>
            </a:pPr>
            <a:r>
              <a:rPr lang="en-US" sz="1600" dirty="0"/>
              <a:t>	AccountEntity.java</a:t>
            </a:r>
          </a:p>
          <a:p>
            <a:pPr marL="0" indent="0">
              <a:buNone/>
            </a:pPr>
            <a:r>
              <a:rPr lang="en-US" sz="1600" dirty="0"/>
              <a:t>	@Id</a:t>
            </a:r>
          </a:p>
          <a:p>
            <a:pPr marL="0" indent="0">
              <a:buNone/>
            </a:pPr>
            <a:r>
              <a:rPr lang="en-US" sz="1600"/>
              <a:t>	private </a:t>
            </a:r>
            <a:r>
              <a:rPr lang="en-US" sz="1600" dirty="0"/>
              <a:t>Integer </a:t>
            </a:r>
            <a:r>
              <a:rPr lang="en-US" sz="1600" dirty="0" err="1"/>
              <a:t>accountId</a:t>
            </a:r>
            <a:r>
              <a:rPr lang="en-US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8634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7449</TotalTime>
  <Words>830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sofia-pro</vt:lpstr>
      <vt:lpstr>Titillium Web</vt:lpstr>
      <vt:lpstr>Office Theme</vt:lpstr>
      <vt:lpstr>  Hibernate One to One Mapping  </vt:lpstr>
      <vt:lpstr> Hibernate one to one mapping with foreign key association </vt:lpstr>
      <vt:lpstr> Hibernate one to one mapping with foreign key association </vt:lpstr>
      <vt:lpstr> Hibernate one to one mapping with foreign key association </vt:lpstr>
      <vt:lpstr>  Hibernate one to one mapping with common join table  This approach is not new to all of us. Let us start with targeted DB structure in this technique.    </vt:lpstr>
      <vt:lpstr> Hibernate one to one mapping with common join table </vt:lpstr>
      <vt:lpstr> Hibernate one to one mapping with @MapsId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 gaikwad</dc:creator>
  <cp:lastModifiedBy>prashant gaikwad</cp:lastModifiedBy>
  <cp:revision>99</cp:revision>
  <dcterms:created xsi:type="dcterms:W3CDTF">2021-08-12T14:59:47Z</dcterms:created>
  <dcterms:modified xsi:type="dcterms:W3CDTF">2021-09-11T12:59:39Z</dcterms:modified>
</cp:coreProperties>
</file>